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686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389120" cy="43891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663440"/>
            <a:ext cx="2743200" cy="2743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PRESENTATION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Did, and What It Taught Me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49808" y="3291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and Oil Market Intelligence Project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49808" y="411480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walk through how I approached the project, the problem I nearly missed, and the habit I am taking away from it.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was asked to 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 asked to act as part of a data engineering and analytics team for a financial intelligence company, </a:t>
            </a: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to move past describing what gold and oil prices did toward explaining why they moved.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the brief really pointed at was not writing more queries. It was understanding the business question well enough to ask a better one, and being honest about what the data could support.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0" y="155448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58200" y="17556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8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45820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to prices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0" y="30632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58200" y="32644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8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45820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moved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0" y="457200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58200" y="47731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8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458200" y="5257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next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 worked through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the pipeline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114800" y="150876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traced the data pipeline and found the view the whole analytics layer relied on was never built. I rebuilt it and fixed three smaller breaks.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606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Loaded the real data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114800" y="2560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datasets: gold, oil, inflation, the dollar index, VIX, and world oil production.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657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Checked coverage first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114800" y="36118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joining anything, I asked whether the datasets even covered the same period.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709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and reported honestly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114800" y="46634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ran the hypotheses, then ran the whole pipeline to confirm its own outputs rather than trust the logic on paper.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TURNING 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 nearly missed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58952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34032"/>
            <a:ext cx="7589520" cy="26984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21040" y="178308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data ends in 2018. The dollar and volatility data starts in 2021.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share no months at all. I only caught it because I plotted the coverage of each series and looked at it before trusting any join.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321040" y="420624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1B2A4A"/>
          </a:solidFill>
          <a:ln/>
        </p:spPr>
      </p:sp>
      <p:sp>
        <p:nvSpPr>
          <p:cNvPr id="8" name="Text 5"/>
          <p:cNvSpPr/>
          <p:nvPr/>
        </p:nvSpPr>
        <p:spPr>
          <a:xfrm>
            <a:off x="8549640" y="44074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overlapping months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48640" y="5394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of the six questions could not be answered with this data at all.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could honestly show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-23% / -51%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and oil over 2011 to 2018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8986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commodity bear market, not a safe-haven run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8288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6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92240" y="2514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was twice as volatile as gold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8986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to month, by coefficient of variation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0690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 vs 0.01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2960" y="4754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gold-oil link on levels vs returns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513892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is regime dependent, not fixed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40690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4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0.55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92240" y="4754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as an inflation hedge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513892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 here; treat it as conditional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WORKED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AI as an assistant, not a replacement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was direct: AI can help with code, but it cannot replace the thinking, and I should always ask whether the answer is correct and whether I have validated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79806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tools were fast at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389120" y="2798064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a pipeline, a notebook, and charts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730752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87705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the judgments were mine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389120" y="3877056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noticing the missing view, checking coverage before any join, refusing to let an empty result pass as a finding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809744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9560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I validated everything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389120" y="4956048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ran the pipeline and read its real output tables instead of trusting the code on paper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learned, and what I would change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892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and validating data is most of the work, and the value sits there.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correlation number can hide the truth; a rolling view tells it.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clearly what the data cannot support is itself a finding.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14213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8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would change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92240" y="2331720"/>
            <a:ext cx="4892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coverage check first, before any analysis at all.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that reused public datasets cover the same era at download time.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inflation hedge as conditional from the start, not as a given.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3840480"/>
            <a:ext cx="4023360" cy="40233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AM TAKING AWAY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useful thing I produced was not a chart. It was the decision to be honest about the limits.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384048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engineering was sound and the figures were real, but the project only became trustworthy once I said clearly what the data could and could not support. That habit is what I am taking from this work.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5303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C8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685</Words>
  <Application>Microsoft Macintosh PowerPoint</Application>
  <PresentationFormat>Widescreen</PresentationFormat>
  <Paragraphs>80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and Oil Project: Individual Reflection</dc:title>
  <dc:subject>PptxGenJS Presentation</dc:subject>
  <dc:creator>Individual Presentation</dc:creator>
  <cp:lastModifiedBy>Ajay 🙋</cp:lastModifiedBy>
  <cp:revision>1</cp:revision>
  <dcterms:created xsi:type="dcterms:W3CDTF">2026-06-16T08:41:11Z</dcterms:created>
  <dcterms:modified xsi:type="dcterms:W3CDTF">2026-06-16T08:45:55Z</dcterms:modified>
</cp:coreProperties>
</file>